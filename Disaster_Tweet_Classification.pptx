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-18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C4A9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990011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3C4A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Tweet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NLP to tell real disaster alerts apart from ordinary tweets — in real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806440"/>
            <a:ext cx="1005840" cy="0"/>
          </a:xfrm>
          <a:prstGeom prst="line">
            <a:avLst/>
          </a:prstGeom>
          <a:noFill/>
          <a:ln w="381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 •  Feature Engineering  •  Model Selection  •  Evaluation  •  Deployment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Submission: 15 September 2026</a:t>
            </a:r>
            <a:endParaRPr lang="en-US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645920" y="502921"/>
            <a:ext cx="8686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6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NextHikes</a:t>
            </a:r>
            <a:r>
              <a:rPr lang="en-US" sz="4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 Solution</a:t>
            </a:r>
            <a:endParaRPr lang="en-US" sz="4600" dirty="0"/>
          </a:p>
        </p:txBody>
      </p:sp>
      <p:sp>
        <p:nvSpPr>
          <p:cNvPr id="12" name="Text 4"/>
          <p:cNvSpPr txBox="1"/>
          <p:nvPr/>
        </p:nvSpPr>
        <p:spPr>
          <a:xfrm>
            <a:off x="6486862" y="4663440"/>
            <a:ext cx="384585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</a:t>
            </a:r>
            <a:r>
              <a:rPr lang="en-US" sz="46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Jameel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plays a central role in surfacing real-time information during emergencies. Disaster relief agencies and news outlets increasingly want to monitor the platform automatically for genuine alerts.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many tweets use disaster words like “fire” or “flood” metaphorically. A useful model must read intent, not just keywords.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6035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“Forest fire near La Ronge Sask. Canada”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disaster — literal, urgent, factual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38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traffic jam is an absolute disaster 😤”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disaster — metaphorical use of the word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417320"/>
            <a:ext cx="4599432" cy="4480560"/>
          </a:xfrm>
          <a:prstGeom prst="roundRect">
            <a:avLst>
              <a:gd name="adj" fmla="val 2041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60920" y="1691640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03120"/>
            <a:ext cx="3959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834640"/>
            <a:ext cx="3959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hand-classified tweets used to teach a model the difference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3703320"/>
            <a:ext cx="3959352" cy="0"/>
          </a:xfrm>
          <a:prstGeom prst="line">
            <a:avLst/>
          </a:prstGeom>
          <a:noFill/>
          <a:ln w="12700">
            <a:solidFill>
              <a:srgbClr val="4452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388620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160520"/>
            <a:ext cx="39593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tweets as Real Disaster vs. Not, fast enough to support continuous monitoring.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87452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24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that predicts whether a tweet describes a real disaster.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87452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24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&amp; Precision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catching genuine alerts quickly and reliably.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64224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24344" y="187452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7324344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✵</a:t>
            </a:r>
            <a:endParaRPr lang="en-US" sz="224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92824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abbreviations, and cultural nuance across diverse tweets.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72016" y="15544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32136" y="187452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10232136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40" dirty="0"/>
          </a:p>
        </p:txBody>
      </p:sp>
      <p:sp>
        <p:nvSpPr>
          <p:cNvPr id="22" name="Text 20"/>
          <p:cNvSpPr txBox="1"/>
          <p:nvPr/>
        </p:nvSpPr>
        <p:spPr>
          <a:xfrm>
            <a:off x="9454896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00616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tweet volumes in real time for continuous monitoring.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Data Exploration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7,613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tweets, 5 columns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124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2,533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79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location values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8289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9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keyword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1325880"/>
            <a:ext cx="74980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3484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00" dirty="0"/>
          </a:p>
        </p:txBody>
      </p:sp>
      <p:pic>
        <p:nvPicPr>
          <p:cNvPr id="14" name="Image 0" descr="/home/claude/imgs/cell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65960"/>
            <a:ext cx="3657600" cy="30358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686800" y="2377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57.0%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Non-disaster tweets (class 0)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43.0%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023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tweets (class 1)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51663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imbalance — manageable without resampling.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36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Lowercase; strip URLs, @mentions, hashtags, punctuation, and digits.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36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35224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cleaned text into word tokens; derive a token-count feature.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58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36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30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10565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target to 0 = non-disaster, 1 = disaster.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28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36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011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2760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— 6,090 train rows, 1,523 test rows.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69494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93776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Keywords by Class</a:t>
            </a:r>
            <a:endParaRPr lang="en-US" sz="1400" dirty="0"/>
          </a:p>
        </p:txBody>
      </p:sp>
      <p:pic>
        <p:nvPicPr>
          <p:cNvPr id="22" name="Image 0" descr="/home/claude/imgs/cell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11680"/>
            <a:ext cx="6309360" cy="223113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937760" y="44348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choice alone is a strong but imperfect signal — the same keyword shows up on both sides.</a:t>
            </a:r>
            <a:endParaRPr lang="en-US" sz="1200" dirty="0"/>
          </a:p>
        </p:txBody>
      </p:sp>
      <p:pic>
        <p:nvPicPr>
          <p:cNvPr id="24" name="Image 1" descr="/home/claude/imgs/cell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029200"/>
            <a:ext cx="3017520" cy="123444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503920" y="53492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length (tokens) by class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Vectorization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5,000 features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Unigrams + bigrams (ngram_range 1–2)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204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English stop-words removed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233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 on training text, applied to test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709160"/>
            <a:ext cx="4617720" cy="0"/>
          </a:xfrm>
          <a:prstGeom prst="line">
            <a:avLst/>
          </a:prstGeom>
          <a:noFill/>
          <a:ln w="12700">
            <a:solidFill>
              <a:srgbClr val="4452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8920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which words and short phrases matter most, weighted by how distinctive they 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7667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69164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96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178308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Engineered Signals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29400" y="2606040"/>
            <a:ext cx="4645152" cy="82296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67919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count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008376"/>
            <a:ext cx="4279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# tags in the raw tweet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29400" y="3657600"/>
            <a:ext cx="4645152" cy="82296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73075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count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059936"/>
            <a:ext cx="4279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@user mentions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29400" y="4709160"/>
            <a:ext cx="4645152" cy="82296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478231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length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5111496"/>
            <a:ext cx="4279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character length of the tweet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806440"/>
            <a:ext cx="4645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alongside Word2Vec/GloVe embeddings as an extension for richer semantic capture.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Cross-Validation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5-fold CV F1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8912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Multinomial Naive Bayes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5-fold CV F1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0100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(200 trees)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5-fold CV F1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9167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 Spread</a:t>
            </a:r>
            <a:endParaRPr lang="en-US" sz="1400" dirty="0"/>
          </a:p>
        </p:txBody>
      </p:sp>
      <p:pic>
        <p:nvPicPr>
          <p:cNvPr id="19" name="Image 0" descr="/home/claude/imgs/cell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26280"/>
            <a:ext cx="3566160" cy="17373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754880" y="4617720"/>
            <a:ext cx="66111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TF-IDF features gave the strongest and most consistent cross-validation F1-score, so it was carried forward for hyperparameter tuning.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over Logistic Regression, 5-fold, scored on F1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3C4A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(inverse regularization)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3C4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20116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6974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3C4A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0116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liblinear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6974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023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0.7326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F1-SCORE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114800"/>
            <a:ext cx="6153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C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model (best_model) is used for all evaluation on the held-out test set on the next slide.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— Model Evaluation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904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00400" y="14904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83.8%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852160" y="14904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71.0%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0392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03920" y="14904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76.8%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400" dirty="0"/>
          </a:p>
        </p:txBody>
      </p:sp>
      <p:pic>
        <p:nvPicPr>
          <p:cNvPr id="18" name="Image 0" descr="/home/claude/imgs/cell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4206240" cy="2743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989320" y="2971800"/>
            <a:ext cx="5650992" cy="3429000"/>
          </a:xfrm>
          <a:prstGeom prst="roundRect">
            <a:avLst>
              <a:gd name="adj" fmla="val 2133"/>
            </a:avLst>
          </a:prstGeom>
          <a:solidFill>
            <a:srgbClr val="2F3C7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09360" y="3200400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Class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365760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Disaster (0)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977640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0.80   ·   Recall 0.90   ·   F1 0.85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309360" y="4480560"/>
            <a:ext cx="5010912" cy="0"/>
          </a:xfrm>
          <a:prstGeom prst="line">
            <a:avLst/>
          </a:prstGeom>
          <a:noFill/>
          <a:ln w="12700">
            <a:solidFill>
              <a:srgbClr val="4452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4617720"/>
            <a:ext cx="5010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(1)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4937760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0.84   ·   Recall 0.71   ·   F1 0.77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5577840"/>
            <a:ext cx="5010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F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869 non-disaster, 654 disaster tweets (n = 1,523)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Threshold-Independent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500" dirty="0"/>
          </a:p>
        </p:txBody>
      </p:sp>
      <p:pic>
        <p:nvPicPr>
          <p:cNvPr id="6" name="Image 0" descr="/home/claude/imgs/cell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4357116" cy="31272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5257800"/>
            <a:ext cx="48143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trade-off between true-positive and false-positive rate across thresholds.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7356" y="1371600"/>
            <a:ext cx="536295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AD9DA"/>
            </a:solidFill>
            <a:prstDash val="solid"/>
          </a:ln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51676" y="1554480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</a:t>
            </a:r>
            <a:endParaRPr lang="en-US" sz="1500" dirty="0"/>
          </a:p>
        </p:txBody>
      </p:sp>
      <p:pic>
        <p:nvPicPr>
          <p:cNvPr id="10" name="Image 1" descr="/home/claude/imgs/cell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2011680"/>
            <a:ext cx="4357116" cy="31272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51676" y="5257800"/>
            <a:ext cx="48143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informative than ROC for the moderately imbalanced 57/43 class split.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Generalization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463040"/>
          <a:ext cx="6035040" cy="210312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CV F1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 Naive Bayes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947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TF-IDF features was the most consistent performer across every candidate tested.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995160" y="1463040"/>
            <a:ext cx="4645152" cy="4846320"/>
          </a:xfrm>
          <a:prstGeom prst="roundRect">
            <a:avLst>
              <a:gd name="adj" fmla="val 1575"/>
            </a:avLst>
          </a:prstGeom>
          <a:solidFill>
            <a:srgbClr val="99001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0" y="1691640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Check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14884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0.828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7889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F1-score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24612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388620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F1-score</a:t>
            </a:r>
            <a:endParaRPr lang="en-US" sz="1200" dirty="0"/>
          </a:p>
        </p:txBody>
      </p:sp>
      <p:sp>
        <p:nvSpPr>
          <p:cNvPr id="4" name="Shape 9"/>
          <p:cNvSpPr/>
          <p:nvPr/>
        </p:nvSpPr>
        <p:spPr>
          <a:xfrm>
            <a:off x="7315200" y="4434840"/>
            <a:ext cx="4005072" cy="0"/>
          </a:xfrm>
          <a:prstGeom prst="line">
            <a:avLst/>
          </a:prstGeom>
          <a:noFill/>
          <a:ln w="12700">
            <a:solidFill>
              <a:srgbClr val="C24A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4617720"/>
            <a:ext cx="40050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C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moderate, expected gap — the model generalizes reasonably well to unseen tweets rather than memorizing the training set.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 — Deployment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trained model into a usable real-time tool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3C4A9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model and the TF-IDF vectorizer as .pkl files for reuse (already done: disaster_tweet_model.pkl, tfidf_vectorizer.pkl).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3C4A94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48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backend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243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Flask or Django app that accepts tweet text and returns a prediction.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3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89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UI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6460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input box for pasting tweet text, with clear, immediate classification feedback.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9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114800" cy="4114800"/>
          </a:xfrm>
          <a:prstGeom prst="ellipse">
            <a:avLst/>
          </a:prstGeom>
          <a:solidFill>
            <a:srgbClr val="F6E4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0"/>
          </a:xfrm>
          <a:prstGeom prst="line">
            <a:avLst/>
          </a:prstGeom>
          <a:noFill/>
          <a:ln w="12700">
            <a:solidFill>
              <a:srgbClr val="E3D7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8988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(1–2 n-grams) turned raw tweet text into a strong signal without needing deep embeddings.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0428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outperformed Naive Bayes and Random Forest in cross-validation, and stayed on top after tuning.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1868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reaches 81.6% accuracy and 0.77 F1 on unseen tweets, with a small train–test gap.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13308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(0.84) edges out recall (0.71) — the model favors fewer false alarms over catching every alert.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257800"/>
            <a:ext cx="10360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wrap the serialized model in a Flask app and deploy it for continuous, real-time tweet monitoring.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Tweet Classification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974</Words>
  <Application>Microsoft Office PowerPoint</Application>
  <PresentationFormat>Custom</PresentationFormat>
  <Paragraphs>200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2026-09-14T06:08:37Z</dcterms:created>
  <dcterms:modified xsi:type="dcterms:W3CDTF">2026-09-14T17:55:37Z</dcterms:modified>
</cp:coreProperties>
</file>